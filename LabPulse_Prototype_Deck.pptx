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· REAL-WORLD CAMPUS PROBLEM SOLVER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LabPulse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Genie-Powered Facility &amp; Laboratory Utilisation Intelligence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Genie-Powered Campus Intelligence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/home/claude/labpulse_ppt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4929530"/>
            <a:ext cx="473659" cy="47365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00200" y="4846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labpulse_ppt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10" y="4929530"/>
            <a:ext cx="473659" cy="47365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377440" y="4846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labpulse_ppt/icon_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50" y="4929530"/>
            <a:ext cx="473659" cy="47365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154680" y="48463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/home/claude/labpulse_pp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890" y="4929530"/>
            <a:ext cx="473659" cy="47365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 ·   Team Members   ·   Bengaluru Tech Week 2026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one system, zero new infrastructure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29968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LabPulse 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what campus facilities are booked for against what they are actually used for — giving faculty instant access to genuinely available labs, and giving operations teams evidence-backed reasons behind underutilisation.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4233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labpulse_ppt/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4304995"/>
            <a:ext cx="405994" cy="4059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 at the Core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257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generated by Genie's NL-to-SQL — not app logic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4233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labpulse_ppt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323" y="4304995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New Infra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5257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Databricks Free Edition with data campuses already have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4233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labpulse_ppt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083" y="4304995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Adoption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52578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questions — no dashboards, no SQL, no training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data lies. Nobody checks usage.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pulse_ppt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23294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39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Trust-based booking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048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reservation is treated as proof of use — nobody verifies the slot was ever needed.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240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labpulse_ppt/icon_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23294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039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lose time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0487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Reserved-but-unused slots block others, forcing manual checks and cross-department calls.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pulse_ppt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" y="40667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37764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are blind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1422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teams see only booking records, never real usage — idle infrastructure stays invisible.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6118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977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labpulse_ppt/icon_too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40667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77647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goes untracked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142232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fixture silently removes a facility from use for weeks while it still looks bookable.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measurable, recurring inefficiency with no existing tool that connects booking, usage, and maintenance data together.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is a hypothesis. Usage is the truth.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labpulse_ppt/icon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554" y="22837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063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plain-language questions to instantly discover and reserve facilities that are genuinely free — no manual checking, no phone calls.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4297680"/>
            <a:ext cx="4663440" cy="0"/>
          </a:xfrm>
          <a:prstGeom prst="line">
            <a:avLst/>
          </a:prstGeom>
          <a:noFill/>
          <a:ln w="12700">
            <a:solidFill>
              <a:srgbClr val="3E7F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labs are free tomorrow at 2 PM?"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983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checks facilities against live bookings and returns a bookable list in seconds.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8745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/home/claude/labpulse_ppt/icon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834" y="2283714"/>
            <a:ext cx="507492" cy="5074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Teams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30632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1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analytical questions to uncover underused facilities and understand the exact root cause behind low utilisation.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83680" y="4297680"/>
            <a:ext cx="4663440" cy="0"/>
          </a:xfrm>
          <a:prstGeom prst="line">
            <a:avLst/>
          </a:prstGeom>
          <a:noFill/>
          <a:ln w="12700">
            <a:solidFill>
              <a:srgbClr val="5AA6A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0" y="4480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facilities were most underutilised last month?"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983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1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joins usage logs with maintenance records to explain why, not just what.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 dashboard has ever done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40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pulse_ppt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7914" y="23294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Reconciliation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947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booking intent with ground-truth usage logs so Genie distinguishes 'booked but never used' from genuine demand.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9202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home/claude/labpulse_ppt/icon_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554" y="23294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Attribution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7947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automatically checks maintenance records alongside usage data — turning a number into a decision.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9202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224028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labpulse_ppt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194" y="232943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Zero-Training Access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7947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dashboard, filter, or query language. Every user gets a data-backed answer in plain English.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92024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12680" y="2240280"/>
            <a:ext cx="685800" cy="685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/home/claude/labpulse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834" y="232943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3544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Self-Auditing Infrastructure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37947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reconciliation replaces manual, once-a-semester spreadsheet audits with an always-on process.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GENIE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 is the decision-making brain — not a feature bolted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6517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labpulse_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98" y="2746858"/>
            <a:ext cx="541325" cy="5413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Tables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9136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Facilities, bookings,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logs, maintenance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3246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566160" y="237744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1980" y="26517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/home/claude/labpulse_ppt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78" y="274685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 Space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39136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rules: utilisation %,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&amp; double-booking logic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3246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6492240" y="237744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38060" y="26517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/home/claude/labpulse_ppt/icon_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158" y="274685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2940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API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39136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question in, SQL +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out, multi-turn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915400" y="3246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7"/>
          <p:cNvSpPr/>
          <p:nvPr/>
        </p:nvSpPr>
        <p:spPr>
          <a:xfrm>
            <a:off x="9418320" y="2377440"/>
            <a:ext cx="242316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64140" y="265176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4" name="Image 3" descr="/home/claude/labpulse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9238" y="2746858"/>
            <a:ext cx="541325" cy="5413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555480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LabPulse App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9555480" y="39136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client — renders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Genie's answer as chat + UI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memory: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move from symptom → cause → action in a single conversation thread, replacing several manual lookups with one.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Delta tables. One governed source of truth.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566160"/>
        </p:xfrm>
        <a:graphic>
          <a:graphicData uri="http://schemas.openxmlformats.org/drawingml/2006/table">
            <a:tbl>
              <a:tblPr/>
              <a:tblGrid>
                <a:gridCol w="2651760"/>
                <a:gridCol w="502920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type, capacity, department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institutional inventory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Facility, faculty, purpose, time window,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Logs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Facility, date, hours used, headcount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(swipe / IoT / attendance)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name, department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Facility, issue, date, resolution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sources map directly to systems campuses already run — ERP, booking software, ID-swipe / IoT logs, and maintenance trackers. No new infrastructure required.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· FACULTY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question to a booked lab in seconds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7734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labpulse_ppt/icon_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2689250"/>
            <a:ext cx="473659" cy="47365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labs are free tomorrow at 2 PM?”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1198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/home/claude/labpulse_ppt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90" y="2689250"/>
            <a:ext cx="473659" cy="47365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1188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 Resolves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61188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facilities against live bookings for the time window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98932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30936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21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24662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2" descr="/home/claude/labpulse_ppt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0" y="2689250"/>
            <a:ext cx="473659" cy="473659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4652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Displays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44652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bookable list is shown instantly, ranked by fit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82396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14400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115568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1155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081260" y="26060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3" descr="/home/claude/labpulse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470" y="2689250"/>
            <a:ext cx="473659" cy="473659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8116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One-Tap Reserve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28116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confirms — no calls, no manual cross-checking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instant self-service booking — zero manual checking, zero cross-department calls.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·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vague question to a defensible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5176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77340" y="2606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labpulse_ppt/icon_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2689250"/>
            <a:ext cx="473659" cy="47365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facilities were most underutilised last month?”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11980" y="2606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labpulse_ppt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90" y="2689250"/>
            <a:ext cx="473659" cy="47365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1188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 Computes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61188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bookings + usage logs, ranks utilisation %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98932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30936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321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246620" y="2606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labpulse_ppt/icon_too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830" y="2689250"/>
            <a:ext cx="473659" cy="473659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4652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44652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maintenance issues on those?” — same thread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82396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14400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1155680" y="2103120"/>
            <a:ext cx="457200" cy="45720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1155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081260" y="2606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3" descr="/home/claude/labpulse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4470" y="2689250"/>
            <a:ext cx="473659" cy="473659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8116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Found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281160" y="3822192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joins maintenance records — action is clear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an evidence-backed decision to reallocate or repair — made in seconds, not after a manual audit.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across every layer of the campus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4602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labpulse_ppt/icon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2547061"/>
            <a:ext cx="575158" cy="5751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5877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labs and equipment previously blocked by phantom bookings.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44602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1" name="Image 1" descr="/home/claude/labpulse_ppt/icon_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81" y="254706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5877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facilities that appear booked but aren't — no manual verification needed.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64058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/home/claude/labpulse_ppt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" y="474162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7823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manual, periodic audits to continuous, on-demand facility management.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64058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3" descr="/home/claude/labpulse_ppt/icon_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81" y="4741621"/>
            <a:ext cx="575158" cy="57515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343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78231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capital planning — infrastructure decisions grounded in real evidence.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· WHY GENIE, 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pilot — not just a proof of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4203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40487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Databricks Free Edition — no proprietary infrastructure or paid licensing to prototype or pilot.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68503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4787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formats campuses already generate: ERP exports, booking exports, ID-swipe / IoT logs, maintenance trackers.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82803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69087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Thin-client architecture — frontend can be rebuilt or restyled without touching the underlying intelligence.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B1F2A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Genie, Why Now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2542032"/>
            <a:ext cx="146304" cy="14630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0" y="24048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requirement for any user to know SQL or navigate a dashboard — adoption friction near zero.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3685032"/>
            <a:ext cx="146304" cy="14630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0" y="35478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 lives inside the data platform, not app code — accurate, maintainable, instantly extensible.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828032"/>
            <a:ext cx="146304" cy="14630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469087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immediately deployable use case for conversational data intelligence in daily campus operations.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7F9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labpulse_ppt/icon_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226107"/>
            <a:ext cx="439826" cy="4398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Flow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free lab slot and book it instantly through natural language.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4754880" cy="2286000"/>
          </a:xfrm>
          <a:prstGeom prst="rect">
            <a:avLst/>
          </a:prstGeom>
          <a:solidFill>
            <a:srgbClr val="DDE6ED"/>
          </a:solidFill>
          <a:ln w="12700">
            <a:solidFill>
              <a:srgbClr val="C3CEDA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868680" y="3611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walkthrough / screenshot 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4F7F9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labpulse_ppt/icon_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227" y="2226107"/>
            <a:ext cx="439826" cy="43982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6948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Flow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underused facilities, get ranked results with maintenance context — same conversation.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37960" y="3611880"/>
            <a:ext cx="4754880" cy="2286000"/>
          </a:xfrm>
          <a:prstGeom prst="rect">
            <a:avLst/>
          </a:prstGeom>
          <a:solidFill>
            <a:srgbClr val="DDE6ED"/>
          </a:solidFill>
          <a:ln w="12700">
            <a:solidFill>
              <a:srgbClr val="C3CEDA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6537960" y="36118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walkthrough / screenshot ]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prototype to campus-wide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3566160"/>
            <a:ext cx="9418320" cy="0"/>
          </a:xfrm>
          <a:prstGeom prst="line">
            <a:avLst/>
          </a:prstGeom>
          <a:noFill/>
          <a:ln w="25400">
            <a:solidFill>
              <a:srgbClr val="C3CE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342900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labpulse_ppt/icon_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825" y="2392985"/>
            <a:ext cx="608990" cy="6089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Coverage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45902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facility types and departments across the full campus.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342900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labpulse_ppt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705" y="2392985"/>
            <a:ext cx="608990" cy="6089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Forecasting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45902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using historical booking and usage trends.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646920" y="342900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72600" y="22860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/home/claude/labpulse_ppt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585" y="2392985"/>
            <a:ext cx="608990" cy="6089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381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138160" y="41879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Integration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459028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campus ERP and IoT occupancy sensors — real-time, not seeded, data.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labpulse_ppt/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924001"/>
            <a:ext cx="575158" cy="5751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LabPulse turns campus infrastructure from a static, trust-based system into a self-auditing, conversational intelligence platform — built entirely on Databricks Free Edition with Genie at the core of every decision it makes.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team@email.com  ·  Bengaluru Tech Week 2026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2026-08-29T03:34:05Z</dcterms:created>
  <dcterms:modified xsi:type="dcterms:W3CDTF">2026-08-29T03:34:05Z</dcterms:modified>
</cp:coreProperties>
</file>